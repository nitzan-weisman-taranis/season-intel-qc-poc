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Clickable version: the UI POC canvas in Claude. Queue is built from judge results, no QC sheet. Status is saved per case so two reviewers never pick the same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text adapted from field 1312696 (Ezer, Sep 1). Unticking dry run changes the button to Submit to Argo. Every submit is logged with reviewer, before/after text, workflow name and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Intelligence QC Automation POC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8E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needed and the suggested review UI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Nitzan Weisman · QC Agronomy ·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a flagged recommendation takes three manual steps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377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flags a result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 judge marks season recommendations that fail a check.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07792" y="2491740"/>
            <a:ext cx="402336" cy="914"/>
          </a:xfrm>
          <a:prstGeom prst="line">
            <a:avLst/>
          </a:prstGeom>
          <a:noFill/>
          <a:ln w="19050">
            <a:solidFill>
              <a:srgbClr val="5B5F5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371600"/>
            <a:ext cx="2377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554480"/>
            <a:ext cx="384048" cy="38404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verifies in GCS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open the input data in GCS buckets to check whether the judge found a real error.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33872" y="2491740"/>
            <a:ext cx="402336" cy="914"/>
          </a:xfrm>
          <a:prstGeom prst="line">
            <a:avLst/>
          </a:prstGeom>
          <a:noFill/>
          <a:ln w="19050">
            <a:solidFill>
              <a:srgbClr val="5B5F5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09360" y="1371600"/>
            <a:ext cx="2377440" cy="2240280"/>
          </a:xfrm>
          <a:prstGeom prst="roundRect">
            <a:avLst>
              <a:gd name="adj" fmla="val 3265"/>
            </a:avLst>
          </a:prstGeom>
          <a:solidFill>
            <a:srgbClr val="FBEFD9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384048" cy="38404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057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into Argo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6334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paste the corrected text into the Argo web UI by hand to submit the fix.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721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 removes this step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stays a human judgment; </a:t>
            </a:r>
            <a:pPr indent="0" marL="0">
              <a:buNone/>
            </a:pPr>
            <a:r>
              <a:rPr lang="en-US" sz="14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puts the judge call and the input data on one screen. Step 3 becomes one reviewed submit.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 links judge results, GCS and Argo through one review tool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90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results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BigQuery, or Postgres if BigQuery lags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770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input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inputs the judge checked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37160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E8F2EC"/>
          </a:solidFill>
          <a:ln w="25400">
            <a:solidFill>
              <a:srgbClr val="2F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1490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tool (you)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847088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 from judge fails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call next to input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the correction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Approve, dry run or reject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490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 override workflow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ag-assistant-season-reco-override-by-agronomist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2651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2770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store and audit log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approved what, workflow name, status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87168" y="1828800"/>
            <a:ext cx="512064" cy="914"/>
          </a:xfrm>
          <a:prstGeom prst="line">
            <a:avLst/>
          </a:prstGeom>
          <a:noFill/>
          <a:ln w="19050">
            <a:solidFill>
              <a:srgbClr val="5B5F5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87168" y="3108960"/>
            <a:ext cx="512064" cy="914"/>
          </a:xfrm>
          <a:prstGeom prst="line">
            <a:avLst/>
          </a:prstGeom>
          <a:noFill/>
          <a:ln w="19050">
            <a:solidFill>
              <a:srgbClr val="5B5F5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13248" y="1828800"/>
            <a:ext cx="512064" cy="914"/>
          </a:xfrm>
          <a:prstGeom prst="line">
            <a:avLst/>
          </a:prstGeom>
          <a:noFill/>
          <a:ln w="19050">
            <a:solidFill>
              <a:srgbClr val="5B5F5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13248" y="3108960"/>
            <a:ext cx="512064" cy="914"/>
          </a:xfrm>
          <a:prstGeom prst="line">
            <a:avLst/>
          </a:prstGeom>
          <a:noFill/>
          <a:ln w="19050">
            <a:solidFill>
              <a:srgbClr val="5B5F5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2304288"/>
            <a:ext cx="914" cy="329184"/>
          </a:xfrm>
          <a:prstGeom prst="line">
            <a:avLst/>
          </a:prstGeom>
          <a:noFill/>
          <a:ln w="19050">
            <a:solidFill>
              <a:srgbClr val="5B5F5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reaches Argo without a reviewer approving </a:t>
            </a:r>
            <a:pPr indent="0" marL="0">
              <a:buNone/>
            </a:pPr>
            <a:r>
              <a:rPr lang="en-US" sz="14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before/after check.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connections, each needing access the tool does not have yet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560320"/>
                <a:gridCol w="2834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needed (owner)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 results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BigQuery BI_POSTGRES.mavrx_ag_assistant_results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the work queue from failed checks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BigQuery read on the dataset (Raz/Avi)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 ag_assistant_results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Re-read the latest text just before submit, if BigQuery lags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Read-only database connection (Raz/Avi)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GCS input buckets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the inputs the judge checked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viewer on the buckets (Raz/Avi)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Argo override workflow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template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 the fix and read its 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token or SSO, plus submit permission on the template (Dafna/AJ)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store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5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small BigQuery 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reviewed cases, log every submit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F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access to one table (Raz/Avi)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Multipool users need one shared, approved way into the tool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access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385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each reviewer to the groups for BigQuery, GCS and Argo.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for two or three people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2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reviewer needs data and Argo rights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E8F2EC"/>
          </a:solidFill>
          <a:ln w="25400">
            <a:solidFill>
              <a:srgbClr val="2F6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app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9385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the tool behind company SSO (e.g. Cloud Run). One service account holds the data and Argo access.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743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only need to log in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C2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setup and approval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Raz/Avi: </a:t>
            </a:r>
            <a:pPr indent="0" marL="0">
              <a:buNone/>
            </a:pPr>
            <a:r>
              <a:rPr lang="en-US" sz="14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option fits our policy, who approves it, and how long approval takes.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UI: work queue on the left, review and correction on the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Intelligence QC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63640" y="1298448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· nothing is sent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0"/>
          </a:xfrm>
          <a:prstGeom prst="line">
            <a:avLst/>
          </a:prstGeom>
          <a:noFill/>
          <a:ln w="12700">
            <a:solidFill>
              <a:srgbClr val="D6D4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" y="1655064"/>
            <a:ext cx="2194560" cy="3136392"/>
          </a:xfrm>
          <a:prstGeom prst="rect">
            <a:avLst/>
          </a:prstGeom>
          <a:solidFill>
            <a:srgbClr val="F4F3EE"/>
          </a:solidFill>
          <a:ln w="12700">
            <a:solidFill>
              <a:srgbClr val="F4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755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956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 review · 1 submitted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240280"/>
            <a:ext cx="193852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2225">
            <a:solidFill>
              <a:srgbClr val="2F6B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331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1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1312696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review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· Wording check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044952"/>
            <a:ext cx="193852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1363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1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875737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1363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4107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· Keyword check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849624"/>
            <a:ext cx="193852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410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1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1314055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39410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review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2153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· Data consistency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88920" y="178308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98648" y="1874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1856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C2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898648" y="211226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name and explanation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metadata.judge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88920" y="288036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98648" y="2971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DATA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898648" y="320954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from the GCS input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judge checked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15000" y="178308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24728" y="1874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TEXT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824728" y="211226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summary or recommendation,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re-checked right before submit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288036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2225">
            <a:solidFill>
              <a:srgbClr val="2F6B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24728" y="2971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CORRECTION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824728" y="320954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text box, prefilled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current text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88920" y="406908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B3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78892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4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was wrong · no change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66360" y="406908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6636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406908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5508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was right · review fix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fix gets a before/after check, with dry run on by default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Intelligence QC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63640" y="1298448"/>
            <a:ext cx="2286000" cy="237744"/>
          </a:xfrm>
          <a:prstGeom prst="roundRect">
            <a:avLst>
              <a:gd name="adj" fmla="val 50000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· nothing is sent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0"/>
          </a:xfrm>
          <a:prstGeom prst="line">
            <a:avLst/>
          </a:prstGeom>
          <a:noFill/>
          <a:ln w="12700">
            <a:solidFill>
              <a:srgbClr val="D6D4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55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fix before it goes to Argo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BF1EE"/>
          </a:solidFill>
          <a:ln w="12700">
            <a:solidFill>
              <a:srgbClr val="FBF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176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2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3957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…with unresolved Japanese activity at the final assessment.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2176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23957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…with unresolved Japanese beetle activity at the final assessment.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090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BE SENT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10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template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3101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/ ag-assistant-season-reco-override-by-agronomist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38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35387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1312696 · Summary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7673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37673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[parameter names: confirm with AJ]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D4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Back to edit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4206240"/>
            <a:ext cx="182880" cy="18288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4206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187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run (don't submit)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411480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dry run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answers from AJ decide where the tool reads the latest 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8988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override workflow update the row in ag_assistant_results, or add a new row and hide the old one?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6712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edits made in the webapp write to the same table, or somewhere else?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443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anything else change the text after the judge runs, such as retries or the "advisor reviewed" status?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216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template's parameters, and is there a staging version to test against first?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sign-off by Oct 22 keeps the working tool on track for Nov 30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2514600"/>
            <a:ext cx="7680960" cy="0"/>
          </a:xfrm>
          <a:prstGeom prst="line">
            <a:avLst/>
          </a:prstGeom>
          <a:noFill/>
          <a:ln w="19050">
            <a:solidFill>
              <a:srgbClr val="5B5F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243230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5F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7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access requests and AJ questions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46504" y="243230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5F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7432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round 1 with QC reviewers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06624" y="243230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5F5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round 2 with AJ and manager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53512" y="2404872"/>
            <a:ext cx="219456" cy="219456"/>
          </a:xfrm>
          <a:prstGeom prst="ellipse">
            <a:avLst/>
          </a:prstGeom>
          <a:solidFill>
            <a:srgbClr val="2F6B4F"/>
          </a:solidFill>
          <a:ln w="1905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27432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UI signed off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61304" y="243230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5F5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6360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12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tool, 5 real cases end to 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21424" y="243230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5F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19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done, code freeze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02752" y="2404872"/>
            <a:ext cx="219456" cy="219456"/>
          </a:xfrm>
          <a:prstGeom prst="ellipse">
            <a:avLst/>
          </a:prstGeom>
          <a:solidFill>
            <a:srgbClr val="2F6B4F"/>
          </a:solidFill>
          <a:ln w="19050">
            <a:solidFill>
              <a:srgbClr val="2F6B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645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30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5B5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complete and handed off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</a:t>
            </a:r>
            <a:pPr indent="0" marL="0">
              <a:buNone/>
            </a:pPr>
            <a:r>
              <a:rPr lang="en-US" sz="1400" dirty="0">
                <a:solidFill>
                  <a:srgbClr val="1D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access request to Raz/Avi and the questions to AJ, and export 5–10 judge-flagged cases for the prototype.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 Intelligence QC Automation POC</dc:title>
  <dc:subject>PptxGenJS Presentation</dc:subject>
  <dc:creator>Nitzan Weisman</dc:creator>
  <cp:lastModifiedBy>Nitzan Weisman</cp:lastModifiedBy>
  <cp:revision>1</cp:revision>
  <dcterms:created xsi:type="dcterms:W3CDTF">2026-10-05T06:11:55Z</dcterms:created>
  <dcterms:modified xsi:type="dcterms:W3CDTF">2026-10-05T06:11:55Z</dcterms:modified>
</cp:coreProperties>
</file>